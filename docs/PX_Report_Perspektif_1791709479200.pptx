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1C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389120"/>
            <a:ext cx="12188952" cy="2468880"/>
          </a:xfrm>
          <a:prstGeom prst="rect">
            <a:avLst/>
          </a:prstGeom>
          <a:solidFill>
            <a:srgbClr val="231F20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0972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CIMB NIAGA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16459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FFE5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EXPERIENCE EVENT REPORT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19456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Perspektif: Navigating Career Growth &amp; Agility in CIMB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914400" y="4846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 Category: Perspektif  |  Format: HYBRID  |  Date: 15 Maret 2026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53035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Location: Auditorium Menara CIMB Niaga &amp; Zoom Live  |  Generated by: PX Integrated System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137160" cy="548640"/>
          </a:xfrm>
          <a:prstGeom prst="rect">
            <a:avLst/>
          </a:prstGeom>
          <a:solidFill>
            <a:srgbClr val="ED1C24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5486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 &amp; Strategic Highlights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5120640" cy="4572000"/>
          </a:xfrm>
          <a:prstGeom prst="roundRect">
            <a:avLst/>
          </a:prstGeom>
          <a:solidFill>
            <a:srgbClr val="F4F5F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645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D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 Overview &amp; Performance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05840" y="2103120"/>
            <a:ext cx="45720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Program: Perspektif: Navigating Career Growth &amp; Agility in CIMB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Peserta: 500 pax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Hadir: 5 pax (1%)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Evaluasi Masuk: 3 responden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Signature Program ini berkontribusi langsung pada Check Point "Culture &amp; Engagement" (Journey Belong) untuk memperkuat rasa kebersamaan, keterbukaan, dan psychological safety karyawan CIMB Niaga.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17920" y="1371600"/>
            <a:ext cx="5212080" cy="4572000"/>
          </a:xfrm>
          <a:prstGeom prst="roundRect">
            <a:avLst/>
          </a:prstGeom>
          <a:solidFill>
            <a:srgbClr val="F4F5F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1645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 &amp; Feedback Insights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92240" y="2103120"/>
            <a:ext cx="46634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D6E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"Materi sangat inspiratif dan memberikan kejelasan jenjang karir teknis di era digitalisasi CIMB."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D6E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"Sangat mengapresiasi sesi sharing dari senior leaders. Sangat membuka wawasan tentang sinergi antar unit."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D6E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"Acaranya menarik, ke depannya waktu Q&amp;A bisa diperpanjang agar audiens online bisa lebih banyak bertanya."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D6E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CIMB NIAGA | People Experience Integrated System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51560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D6E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137160" cy="548640"/>
          </a:xfrm>
          <a:prstGeom prst="rect">
            <a:avLst/>
          </a:prstGeom>
          <a:solidFill>
            <a:srgbClr val="ED1C24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5486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 Deep Dive: Participation &amp; Demographics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3291840" cy="1645920"/>
          </a:xfrm>
          <a:prstGeom prst="roundRect">
            <a:avLst/>
          </a:prstGeom>
          <a:solidFill>
            <a:srgbClr val="F4F5F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5544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D6E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Kehadiran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14400" y="182880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D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Pax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914400" y="24688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D6E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500 pax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389120" y="1371600"/>
            <a:ext cx="3291840" cy="1645920"/>
          </a:xfrm>
          <a:prstGeom prst="roundRect">
            <a:avLst/>
          </a:prstGeom>
          <a:solidFill>
            <a:srgbClr val="F4F5F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0" y="15544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D6E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Pencapaian Kuota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0" y="182880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9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572000" y="24688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D6E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 11 (Belong)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046720" y="1371600"/>
            <a:ext cx="3291840" cy="1645920"/>
          </a:xfrm>
          <a:prstGeom prst="roundRect">
            <a:avLst/>
          </a:prstGeom>
          <a:solidFill>
            <a:srgbClr val="F4F5F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0" y="15544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D6E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 Response Rate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0" y="182880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8229600" y="24688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D6E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Responden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1520" y="3291840"/>
            <a:ext cx="10607040" cy="2743200"/>
          </a:xfrm>
          <a:prstGeom prst="roundRect">
            <a:avLst/>
          </a:prstGeom>
          <a:solidFill>
            <a:srgbClr val="F4F5F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34747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Distribusi Partisipan Berdasarkan Direktorat / Unit Kerja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05840" y="3840480"/>
          <a:ext cx="10058400" cy="1828800"/>
        </p:xfrm>
        <a:graphic>
          <a:graphicData uri="http://schemas.openxmlformats.org/drawingml/2006/table">
            <a:tbl>
              <a:tblPr/>
              <a:tblGrid>
                <a:gridCol w="3352800"/>
                <a:gridCol w="3352800"/>
                <a:gridCol w="33528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31F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Direktorat / Divisi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31F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Jumlah Partisipan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31F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Persentase (%)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1F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Information Technology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D1C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Peserta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D6E7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20.0%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1F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Human Resources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D1C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Peserta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D6E7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20.0%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1F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Consumer Banking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D1C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Peserta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D6E7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20.0%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1F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Risk Management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D1C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Peserta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D6E7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20.0%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D6E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CIMB NIAGA | People Experience Integrated System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051560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D6E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137160" cy="548640"/>
          </a:xfrm>
          <a:prstGeom prst="rect">
            <a:avLst/>
          </a:prstGeom>
          <a:solidFill>
            <a:srgbClr val="ED1C24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5486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 Deep Dive: Event Satisfaction &amp; Evaluation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4114800" cy="4572000"/>
          </a:xfrm>
          <a:prstGeom prst="roundRect">
            <a:avLst/>
          </a:prstGeom>
          <a:solidFill>
            <a:srgbClr val="231F20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645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Signature Program Satisfaction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05840" y="201168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4.50 / 5.00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005840" y="2834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Indeks Kepuasan: 90.0%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3383280"/>
            <a:ext cx="35661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Parameter: &gt; 4.00 / 5 (&gt; 80%)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Status: Memenuhi Target (Healthy)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Kontribusi ke PE Index: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Journey 3 (Belong) -&gt; Culture &amp; Engagement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120640" y="1371600"/>
            <a:ext cx="6309360" cy="4572000"/>
          </a:xfrm>
          <a:prstGeom prst="roundRect">
            <a:avLst/>
          </a:prstGeom>
          <a:solidFill>
            <a:srgbClr val="F4F5F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94960" y="1645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Rincian Skor Evaluasi per Aspek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394960" y="21945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Relevansi Materi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961120" y="21945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D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4.67 / 5.00 (93.3%)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394960" y="2514600"/>
            <a:ext cx="5760720" cy="9144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4" name="Shape 12"/>
          <p:cNvSpPr/>
          <p:nvPr/>
        </p:nvSpPr>
        <p:spPr>
          <a:xfrm>
            <a:off x="5394960" y="2514600"/>
            <a:ext cx="5376672" cy="91440"/>
          </a:xfrm>
          <a:prstGeom prst="rect">
            <a:avLst/>
          </a:prstGeom>
          <a:solidFill>
            <a:srgbClr val="ED1C24"/>
          </a:solidFill>
          <a:ln/>
        </p:spPr>
      </p:sp>
      <p:sp>
        <p:nvSpPr>
          <p:cNvPr id="15" name="Text 13"/>
          <p:cNvSpPr/>
          <p:nvPr/>
        </p:nvSpPr>
        <p:spPr>
          <a:xfrm>
            <a:off x="5394960" y="3017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Penyampaian Pembicara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961120" y="30175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D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4.33 / 5.00 (86.7%)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394960" y="3337560"/>
            <a:ext cx="5760720" cy="9144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8" name="Shape 16"/>
          <p:cNvSpPr/>
          <p:nvPr/>
        </p:nvSpPr>
        <p:spPr>
          <a:xfrm>
            <a:off x="5394960" y="3337560"/>
            <a:ext cx="4992624" cy="91440"/>
          </a:xfrm>
          <a:prstGeom prst="rect">
            <a:avLst/>
          </a:prstGeom>
          <a:solidFill>
            <a:srgbClr val="ED1C24"/>
          </a:solidFill>
          <a:ln/>
        </p:spPr>
      </p:sp>
      <p:sp>
        <p:nvSpPr>
          <p:cNvPr id="19" name="Text 17"/>
          <p:cNvSpPr/>
          <p:nvPr/>
        </p:nvSpPr>
        <p:spPr>
          <a:xfrm>
            <a:off x="5394960" y="3840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Fasilitas &amp; Penyelenggaraan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961120" y="38404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D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4.33 / 5.00 (86.7%)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394960" y="4160520"/>
            <a:ext cx="5760720" cy="9144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2" name="Shape 20"/>
          <p:cNvSpPr/>
          <p:nvPr/>
        </p:nvSpPr>
        <p:spPr>
          <a:xfrm>
            <a:off x="5394960" y="4160520"/>
            <a:ext cx="4992624" cy="91440"/>
          </a:xfrm>
          <a:prstGeom prst="rect">
            <a:avLst/>
          </a:prstGeom>
          <a:solidFill>
            <a:srgbClr val="ED1C24"/>
          </a:solidFill>
          <a:ln/>
        </p:spPr>
      </p:sp>
      <p:sp>
        <p:nvSpPr>
          <p:cNvPr id="23" name="Text 21"/>
          <p:cNvSpPr/>
          <p:nvPr/>
        </p:nvSpPr>
        <p:spPr>
          <a:xfrm>
            <a:off x="5394960" y="4663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Kepuasan Menyeluruh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961120" y="46634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D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4.67 / 5.00 (93.3%)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394960" y="4983480"/>
            <a:ext cx="5760720" cy="9144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6" name="Shape 24"/>
          <p:cNvSpPr/>
          <p:nvPr/>
        </p:nvSpPr>
        <p:spPr>
          <a:xfrm>
            <a:off x="5394960" y="4983480"/>
            <a:ext cx="5376672" cy="91440"/>
          </a:xfrm>
          <a:prstGeom prst="rect">
            <a:avLst/>
          </a:prstGeom>
          <a:solidFill>
            <a:srgbClr val="ED1C24"/>
          </a:solidFill>
          <a:ln/>
        </p:spPr>
      </p:sp>
      <p:sp>
        <p:nvSpPr>
          <p:cNvPr id="27" name="Text 25"/>
          <p:cNvSpPr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D6E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CIMB NIAGA | People Experience Integrated System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51560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D6E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137160" cy="548640"/>
          </a:xfrm>
          <a:prstGeom prst="rect">
            <a:avLst/>
          </a:prstGeom>
          <a:solidFill>
            <a:srgbClr val="ED1C24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5486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Moments &amp; Visual Storytelling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3291840" cy="4572000"/>
          </a:xfrm>
          <a:prstGeom prst="roundRect">
            <a:avLst/>
          </a:prstGeom>
          <a:solidFill>
            <a:srgbClr val="F4F5F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508760"/>
            <a:ext cx="3017520" cy="201168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0312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D6E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Dokumentasi #1 ]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D6E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keynote_presentation.jpg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" y="365760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Sesi Keynote Speaker oleh Executive Leadership CIMB Niaga mengenai Strategi Future of Work &amp; Agility.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14400" y="438912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6D6E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Keynote session di Auditorium CIMB Niaga dengan antusiasme peserta tinggi mendengarkan pemaparan karir masa depan.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389120" y="1371600"/>
            <a:ext cx="3291840" cy="4572000"/>
          </a:xfrm>
          <a:prstGeom prst="roundRect">
            <a:avLst/>
          </a:prstGeom>
          <a:solidFill>
            <a:srgbClr val="F4F5F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26280" y="1508760"/>
            <a:ext cx="3017520" cy="201168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0" y="210312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D6E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Dokumentasi #2 ]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D6E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panel_discussion.jpg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0" y="365760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Diskusi Interaktif bersama para Head of Division membahas Career Mobility dan Program Mentoring.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0" y="438912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6D6E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Diskusi panel interaktif 4 narasumber dari berbagai direktorat berdialog langsung dengan audiens hybrid.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8046720" y="1371600"/>
            <a:ext cx="3291840" cy="4572000"/>
          </a:xfrm>
          <a:prstGeom prst="roundRect">
            <a:avLst/>
          </a:prstGeom>
          <a:solidFill>
            <a:srgbClr val="F4F5F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83880" y="1508760"/>
            <a:ext cx="3017520" cy="201168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0" y="210312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D6E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Dokumentasi #3 ]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D6E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audience_engagement.jpg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229600" y="365760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Antusiasme peserta dalam sesi Q&amp;A live polling dan sharing pengalaman kerja positif.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229600" y="438912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6D6E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Sesi live polling &amp; Q&amp;A interaktif yang diikuti oleh ratusan karyawan online dan onsite.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D6E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CIMB NIAGA | People Experience Integrated System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51560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D6E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137160" cy="548640"/>
          </a:xfrm>
          <a:prstGeom prst="rect">
            <a:avLst/>
          </a:prstGeom>
          <a:solidFill>
            <a:srgbClr val="ED1C24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5486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Takeaways &amp; Next Interventions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10607040" cy="1325880"/>
          </a:xfrm>
          <a:prstGeom prst="roundRect">
            <a:avLst/>
          </a:prstGeom>
          <a:solidFill>
            <a:srgbClr val="F4F5F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600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Perluasan Durasi Q&amp;A &amp; Interaktivitas Live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05840" y="19659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D6E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Berdasarkan masukan responden, tambahkan alokasi waktu tanya jawab langsung minimal 25 menit serta sediakan live voting di aplikasi internal.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778240" y="1691640"/>
            <a:ext cx="2194560" cy="365760"/>
          </a:xfrm>
          <a:prstGeom prst="roundRect">
            <a:avLst/>
          </a:prstGeom>
          <a:solidFill>
            <a:srgbClr val="ED1C24"/>
          </a:solidFill>
          <a:ln/>
        </p:spPr>
      </p:sp>
      <p:sp>
        <p:nvSpPr>
          <p:cNvPr id="8" name="Text 6"/>
          <p:cNvSpPr/>
          <p:nvPr/>
        </p:nvSpPr>
        <p:spPr>
          <a:xfrm>
            <a:off x="8778240" y="16916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PRIORITY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595360" y="21488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D6E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PIC: PXCWB &amp; Event Committee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31520" y="2971800"/>
            <a:ext cx="10607040" cy="1325880"/>
          </a:xfrm>
          <a:prstGeom prst="roundRect">
            <a:avLst/>
          </a:prstGeom>
          <a:solidFill>
            <a:srgbClr val="F4F5F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31089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Distribusi Summary &amp; Rekaman di Portal LoG+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05840" y="34747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D6E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Unggah rekaman sesi dan modul ringkas ke platform LoG+ dalam waktu H+2 pasca-event agar dapat diakses karyawan yang berhalangan hadir.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778240" y="3200400"/>
            <a:ext cx="2194560" cy="365760"/>
          </a:xfrm>
          <a:prstGeom prst="roundRect">
            <a:avLst/>
          </a:prstGeom>
          <a:solidFill>
            <a:srgbClr val="0098A6"/>
          </a:solidFill>
          <a:ln/>
        </p:spPr>
      </p:sp>
      <p:sp>
        <p:nvSpPr>
          <p:cNvPr id="14" name="Text 12"/>
          <p:cNvSpPr/>
          <p:nvPr/>
        </p:nvSpPr>
        <p:spPr>
          <a:xfrm>
            <a:off x="8778240" y="32004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595360" y="36576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D6E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PIC: Learning &amp; Development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31520" y="4480560"/>
            <a:ext cx="10607040" cy="1325880"/>
          </a:xfrm>
          <a:prstGeom prst="roundRect">
            <a:avLst/>
          </a:prstGeom>
          <a:solidFill>
            <a:srgbClr val="F4F5F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46177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Follow-up Community of Practice per Direktorat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05840" y="4983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D6E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Bentuk grup diskusi tindak lanjut untuk mengaplikasikan wawasan program ke dalam rutinitas kerja sehari-hari.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778240" y="4709160"/>
            <a:ext cx="2194560" cy="365760"/>
          </a:xfrm>
          <a:prstGeom prst="roundRect">
            <a:avLst/>
          </a:prstGeom>
          <a:solidFill>
            <a:srgbClr val="ED1C24"/>
          </a:solidFill>
          <a:ln/>
        </p:spPr>
      </p:sp>
      <p:sp>
        <p:nvSpPr>
          <p:cNvPr id="20" name="Text 18"/>
          <p:cNvSpPr/>
          <p:nvPr/>
        </p:nvSpPr>
        <p:spPr>
          <a:xfrm>
            <a:off x="8778240" y="47091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PRIORITY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595360" y="51663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D6E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PIC: HRBP &amp; Culture Champions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D6E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CIMB NIAGA | People Experience Integrated System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51560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D6E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PX Report - Perspektif: Navigating Career Growth &amp; Agility in CIMB</dc:title>
  <dc:subject>PptxGenJS Presentation</dc:subject>
  <dc:creator>CIMB Niaga People Experience Team</dc:creator>
  <cp:lastModifiedBy>CIMB Niaga People Experience Team</cp:lastModifiedBy>
  <cp:revision>1</cp:revision>
  <dcterms:created xsi:type="dcterms:W3CDTF">2026-10-11T09:04:39Z</dcterms:created>
  <dcterms:modified xsi:type="dcterms:W3CDTF">2026-10-11T09:04:39Z</dcterms:modified>
</cp:coreProperties>
</file>